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GetInRoute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60A5FA"/>
                </a:solidFill>
              </a:rPr>
              <a:t>Corporate Employee Transportation Platform</a:t>
            </a:r>
          </a:p>
          <a:p>
            <a:r>
              <a:rPr sz="1400">
                <a:solidFill>
                  <a:srgbClr val="B9C6E6"/>
                </a:solidFill>
              </a:rPr>
              <a:t>Bookings · Allocation · Live GPS · ETA · OTP · Safety ·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GetInRoute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Corporate Employee Transportation Platform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Bookings · Allocation · Live GPS · ETA · OTP · Safety ·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Title slide with the GetInRoute brand and a single line describing the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Manual coordination (calls, spreadsheets, messaging)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No live visibility of vehicles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No proof of who boarded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Weak audit and safety trail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Hard to coordinate vendors, drivers and employees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A simple 'before' picture: fragmented, manual, no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One platform for the whole transport chain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Admin/Vendor portal + Employee app + Driver app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 GPS, ETA, OTP boarding, safety, audit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Multi-company, role-based,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Position GetInRoute as the single digital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Complete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Employee books → Admin/Vendor assigns vehicle+driver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Confirmation + vehicle/driver details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 tracking + ETA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Check-in (GPS) → OTP → driver verifies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Next passenger unlocked → check-out (GPS) →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Walk the end-to-end flow as a numbered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Employees, drivers, vehicles, routes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Schedules/bookings and approvals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 tracking and driver assignments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GPS audit logs and reports/exports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Settings and vendor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Admin dashboard and the booking/assignment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Vendor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Scoped access for transport operators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See bookings, vehicles and drivers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Assign vehicle + driver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Line/stand and trip status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Operational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Explain that the vendor action is essentially the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Employee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Book a ride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See vehicle, driver and contact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Track vehicle + live ETA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Swipe check-in → OTP → swipe check-out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Notifications, chat, history,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employee home card and the boarding OTP.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Driver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Login → Driver Home (no line/stand at login)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Current trip, next stop, passenger list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 GPS and navigation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OTP verification, next passenger unlock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End trip → First/Second Trip →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driver run and a LOCKED next passenger.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Live GPS + 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Driver streams GPS over Socket.IO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Backend stores and distributes live status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ETA via Google/OSRM/fallback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Employee and operations see the same picture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Graceful 'Updating location…' when data is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live map and the ETA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10. Employee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Verified driver and vehicle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 tracking + ETA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Check-in with GPS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Boarding OTP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Night safety-drop + driver 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Emphasise duty-of-care and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11. OTP / Passenger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Boarding OTP is NOT a login OTP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Employee reads code, driver enters it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Two-party boarding verification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Next passenger locked until verified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Server-authoritative (cannot be bypassed)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Explain the security gate clearly.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12. Check-in / Check-out GPS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Fresh GPS fix at the moment of the action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Stored against the trip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No stale/fake coordinates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Visible to Admin/Vendor as an audit log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Map link for each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GPS audit log with map links.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13.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Four experiences, one backend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Express + Socket.IO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PostgreSQL (production)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Google/OSRM maps &amp; routing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CI/CD to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architecture diagram.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14.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One schema, two engines (PostgreSQL prod / SQLite dev)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Users, routes, vehicles, schedules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Check-ins, notifications, trip events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Tenant scoping on every query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Durable audit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table overview.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15. Real-time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Socket.IO for GPS, chat, notifications, run state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JWT-authenticated connections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Room-based, scoped broadcasts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Adaptive GPS ping to protect the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Explain real-time in plain terms.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16.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JWT + bcrypt + role-based access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Tenant isolation (company/vendor/school)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Passenger location protection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OTP with TTL and attempt limits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Secrets in environment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Cover the controls that exist.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17.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Multi-tenant by design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PostgreSQL in production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Single process today; horizontal scaling is the growth path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Realtime adapter + read replicas for very large scale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No untested user numbers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Be honest: designed to grow, specifics need load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18.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Railway (app + database)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Cloudflare DNS/TLS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GitHub Actions CI/CD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Health checks + APK hash verification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Documented backups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Show the deployment pipeline.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19. Advanced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Server-authoritative run state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Next-passenger location lock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Fresh-GPS-only check-in/out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Screen-awake + black-screen prevention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Audit +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Highlight the differentiators.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20.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Visibility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Safety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Efficiency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Traceability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Multi-company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Tie back to the VP's priorities.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21.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iOS app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SSO + HR integration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AI route optimisation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Cost/SLA analytics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Horizontal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Clearly label as future.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22.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Book → assign → confirm → track → ETA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Check-in → OTP → verify → unlock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Check-out → audit record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Admin sees the operational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Follow the demo script.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0821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23</a:t>
            </a:r>
            <a:r>
              <a:rPr sz="2600" b="1">
                <a:solidFill>
                  <a:srgbClr val="FFFFFF"/>
                </a:solidFill>
              </a:rPr>
              <a:t>. </a:t>
            </a:r>
            <a:r>
              <a:rPr sz="2600" b="1" smtClean="0">
                <a:solidFill>
                  <a:srgbClr val="FFFFFF"/>
                </a:solidFill>
              </a:rPr>
              <a:t>Questions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Security and privacy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Reliability and offline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Scale and hosting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Invite questions; use the Q&amp;A section.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One platform for the whole employee transport chain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Live, safe, verifiable and auditable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Multi-company and production-shaped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F1E3D"/>
                </a:solidFill>
              </a:rPr>
              <a:t>•  Ready for a guided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B8C"/>
                </a:solidFill>
              </a:rPr>
              <a:t>Show: Close with the ask.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r>
              <a:rPr sz="1800">
                <a:solidFill>
                  <a:srgbClr val="60A5FA"/>
                </a:solidFill>
              </a:rPr>
              <a:t>One platform for the whole employee transport chain — live, safe, verifiable, auditable.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1044</Words>
  <Application>Microsoft Office PowerPoint</Application>
  <PresentationFormat>Widescreen</PresentationFormat>
  <Paragraphs>165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 Edwin Peroli</cp:lastModifiedBy>
  <cp:revision>2</cp:revision>
  <dcterms:created xsi:type="dcterms:W3CDTF">2013-01-27T09:14:16Z</dcterms:created>
  <dcterms:modified xsi:type="dcterms:W3CDTF">2026-10-08T06:21:37Z</dcterms:modified>
  <cp:category/>
</cp:coreProperties>
</file>